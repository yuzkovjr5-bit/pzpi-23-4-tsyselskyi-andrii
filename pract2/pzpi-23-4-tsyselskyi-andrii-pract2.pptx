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878" autoAdjust="0"/>
  </p:normalViewPr>
  <p:slideViewPr>
    <p:cSldViewPr snapToGrid="0" snapToObjects="1">
      <p:cViewPr varScale="1">
        <p:scale>
          <a:sx n="162" d="100"/>
          <a:sy n="162" d="100"/>
        </p:scale>
        <p:origin x="144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25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7E1692-4D7E-F172-5A62-8F50CD1D61B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АРХІТЕКТУРА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1664208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5420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оркестрації контейнерів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3035808"/>
            <a:ext cx="3657600" cy="0"/>
          </a:xfrm>
          <a:prstGeom prst="line">
            <a:avLst/>
          </a:prstGeom>
          <a:noFill/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Цисельський Андрій  ·  ПЗПІ-23-4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Архітектура програмного забезпечення  ·  2026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ЩО ТАКЕ KUBERNETES?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783080" cy="150876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783080" cy="54864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38912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Рік відкриття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→ CNCF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914400"/>
            <a:ext cx="1783080" cy="150876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2286000" y="914400"/>
            <a:ext cx="1783080" cy="54864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2359152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K8s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13432" y="150876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Загальноприйнята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скорочена назва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914400"/>
            <a:ext cx="1783080" cy="150876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4206240" y="914400"/>
            <a:ext cx="1783080" cy="54864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279392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Source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33672" y="150876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Ліцензія Apache</a:t>
            </a:r>
            <a:r>
              <a:rPr lang="ru-RU" sz="13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управлінням CNCF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868680"/>
            <a:ext cx="2779776" cy="211108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6217920" y="812634"/>
            <a:ext cx="2779776" cy="2111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— платформа для автоматизації розгортання, масштабування та управління контейнеризованими застосунками у виробничих середовищах.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090672"/>
            <a:ext cx="1965960" cy="100584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54864" cy="100584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502920" y="3154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Розгортання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4381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Update, Canary Deployment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468880" y="3090672"/>
            <a:ext cx="1965960" cy="100584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2468880" y="3090672"/>
            <a:ext cx="54864" cy="100584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2606040" y="3154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Масштабування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06040" y="34381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Pod Autoscaler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3090672"/>
            <a:ext cx="1965960" cy="100584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4572000" y="3090672"/>
            <a:ext cx="54864" cy="100584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4709160" y="3154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Самовідновлення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09160" y="34381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Авто-перезапуск збійних Pods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3090672"/>
            <a:ext cx="1965960" cy="100584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Shape 29"/>
          <p:cNvSpPr/>
          <p:nvPr/>
        </p:nvSpPr>
        <p:spPr>
          <a:xfrm>
            <a:off x="6675120" y="3090672"/>
            <a:ext cx="54864" cy="100584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6812280" y="3154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Мережа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3438144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Service, Ingress, DNS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АРХІТЕКТУРНИЙ СТИЛЬ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Мікросервісна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архітектура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компонент Control Plane — окремий сервіс. Незалежне масштабування та оновлення.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3474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5029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329184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Декларативний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підхід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536192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описує БАЖАНИЙ СТАН у YAML. Kubernetes сам забезпечує його досягнення.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3474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5029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612648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Подієво-орієнтована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взаємодія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44768" y="1536192"/>
            <a:ext cx="243230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Компоненти підписуються на події через watch-механізм. Слабке зв'язування.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КОМПОНЕНТИ: CONTROL PLANE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188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4864" cy="11887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kube-apiserver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Єдина точка входу. Реалізує REST API, виконує автентифікацію та авторизацію всіх запитів.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206240" cy="1188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54864" cy="11887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Розподілене сховище ключ-значення. Зберігає весь стан кластера. Консистентність за алгоритмом Raft.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511296"/>
            <a:ext cx="4206240" cy="1188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3" name="Shape 11"/>
          <p:cNvSpPr/>
          <p:nvPr/>
        </p:nvSpPr>
        <p:spPr>
          <a:xfrm>
            <a:off x="365760" y="3511296"/>
            <a:ext cx="54864" cy="11887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4" name="Text 12"/>
          <p:cNvSpPr/>
          <p:nvPr/>
        </p:nvSpPr>
        <p:spPr>
          <a:xfrm>
            <a:off x="502920" y="35753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kube-scheduler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Призначає Pods на відповідні вузли з урахуванням ресурсних потреб та обмежень розміщення.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206240" cy="1188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7" name="Shape 15"/>
          <p:cNvSpPr/>
          <p:nvPr/>
        </p:nvSpPr>
        <p:spPr>
          <a:xfrm>
            <a:off x="4800600" y="914400"/>
            <a:ext cx="54864" cy="11887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8" name="Text 16"/>
          <p:cNvSpPr/>
          <p:nvPr/>
        </p:nvSpPr>
        <p:spPr>
          <a:xfrm>
            <a:off x="4937760" y="978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controller-manager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2618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Запускає набір контролерів: ReplicaSet, Deployment, Node, ServiceAccount та інші.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0600" y="2212848"/>
            <a:ext cx="4206240" cy="11887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21" name="Shape 19"/>
          <p:cNvSpPr/>
          <p:nvPr/>
        </p:nvSpPr>
        <p:spPr>
          <a:xfrm>
            <a:off x="4800600" y="2212848"/>
            <a:ext cx="54864" cy="11887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22" name="Text 20"/>
          <p:cNvSpPr/>
          <p:nvPr/>
        </p:nvSpPr>
        <p:spPr>
          <a:xfrm>
            <a:off x="4937760" y="2276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cloud-controller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Взаємодіє з хмарними провайдерами (AWS, GCP, Azure) для управління зовнішніми ресурсами.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КОМПОНЕНТИ: WORKER NODES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21031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21031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kubelet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на кожному вузлі. Отримує специфікації Pod від API-сервера, запускає та відстежує контейнери.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21031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54864" cy="21031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0" name="Text 8"/>
          <p:cNvSpPr/>
          <p:nvPr/>
        </p:nvSpPr>
        <p:spPr>
          <a:xfrm>
            <a:off x="3337560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kube-proxy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307592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Реалізує мережеву маршрутизацію та балансування навантаження між Pods через iptables або IPVS.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2103120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54864" cy="210312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4" name="Text 12"/>
          <p:cNvSpPr/>
          <p:nvPr/>
        </p:nvSpPr>
        <p:spPr>
          <a:xfrm>
            <a:off x="6172200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 Runtime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307592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Середовище виконання контейнерів (containerd, CRI-O). Взаємодіє з kubelet через CRI.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E8F0FE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600"/>
          </a:p>
        </p:txBody>
      </p:sp>
      <p:sp>
        <p:nvSpPr>
          <p:cNvPr id="17" name="Text 15"/>
          <p:cNvSpPr/>
          <p:nvPr/>
        </p:nvSpPr>
        <p:spPr>
          <a:xfrm>
            <a:off x="502920" y="3337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Мінімальна одиниця розгортання у Kubernetes. Містить один або кілька контейнерів, що поділяють мережу та сховище. Кожен Pod отримує власну IP-адресу. Pods є ефемерними — при збої вони замінюються новими екземплярами.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ВЗАЄМОДІЯ КОМПОНЕНТІВ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7DDE5AE-F803-FB68-B4B5-8DC817AA3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74" y="807497"/>
            <a:ext cx="6961239" cy="4267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МАСШТАБОВАНІСТЬ ТА НАДІЙНІСТЬ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МАСШТАБОВАНІСТЬ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HPA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Pod Autoscaler — збільшує кількість реплік при зростанні CPU/RAM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 Autoscaler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Автоматично додає або видаляє вузли кластера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Stateless підхід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5021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Сервери не зберігають стан локально — легко додавати нові вузли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19" name="Text 17"/>
          <p:cNvSpPr/>
          <p:nvPr/>
        </p:nvSpPr>
        <p:spPr>
          <a:xfrm>
            <a:off x="502920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4165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Ingress розподіляють трафік між Pods через iptables/IPVS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НАДІЙНІСТЬ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23" name="Shape 21"/>
          <p:cNvSpPr/>
          <p:nvPr/>
        </p:nvSpPr>
        <p:spPr>
          <a:xfrm>
            <a:off x="4663440" y="13258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24" name="Text 22"/>
          <p:cNvSpPr/>
          <p:nvPr/>
        </p:nvSpPr>
        <p:spPr>
          <a:xfrm>
            <a:off x="4800600" y="1389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etcd Raft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16733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Реплікація між вузлами. Кластер з 3 вузлів витримує відмову одного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22402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27" name="Shape 25"/>
          <p:cNvSpPr/>
          <p:nvPr/>
        </p:nvSpPr>
        <p:spPr>
          <a:xfrm>
            <a:off x="4663440" y="22402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28" name="Text 26"/>
          <p:cNvSpPr/>
          <p:nvPr/>
        </p:nvSpPr>
        <p:spPr>
          <a:xfrm>
            <a:off x="4800600" y="2304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ReplicaSet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25877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Підтримує задану кількість реплік Pod, автоматично відновлює збійні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31" name="Shape 29"/>
          <p:cNvSpPr/>
          <p:nvPr/>
        </p:nvSpPr>
        <p:spPr>
          <a:xfrm>
            <a:off x="4663440" y="31546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32" name="Text 30"/>
          <p:cNvSpPr/>
          <p:nvPr/>
        </p:nvSpPr>
        <p:spPr>
          <a:xfrm>
            <a:off x="4800600" y="3218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Probes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35021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та readiness проби перевіряють стан контейнерів кожні N секунд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4069080"/>
            <a:ext cx="4114800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8E4FC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35" name="Shape 33"/>
          <p:cNvSpPr/>
          <p:nvPr/>
        </p:nvSpPr>
        <p:spPr>
          <a:xfrm>
            <a:off x="4663440" y="4069080"/>
            <a:ext cx="54864" cy="80467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 sz="1400"/>
          </a:p>
        </p:txBody>
      </p:sp>
      <p:sp>
        <p:nvSpPr>
          <p:cNvPr id="36" name="Text 34"/>
          <p:cNvSpPr/>
          <p:nvPr/>
        </p:nvSpPr>
        <p:spPr>
          <a:xfrm>
            <a:off x="4800600" y="4133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PodDisruptionBudget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00600" y="44165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Обмежує кількість одночасно недоступних Pods при обслуговуванні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ПРИКЛАДИ ПРОГРАМНОЇ РЕАЛІЗАЦІЇ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Лістинг В</a:t>
            </a:r>
            <a:r>
              <a:rPr lang="en-US" sz="13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.1 –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206240" cy="367588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uk-UA" sz="130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my-app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RollingUpdate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rollingUpdate: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maxUnavailable: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my-app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my-app:1.2.3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livenessProbe: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httpGet: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path: /health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Лістинг В.2 – HorizontalPodAutoscaler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114800" cy="367588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uk-UA" sz="130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autoscaling/v2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HorizontalPodAutoscaler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my-app-hpa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scaleTargetRef: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Deployment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my-app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minReplicas: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maxReplicas: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type: Resource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cpu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averageUtilization: 70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ВИСНОВКИ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1612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Досліджено архітектуру платформи Kubernetes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892808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110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Визначено архітектурний стиль: мікросервісна + декларативна + подієво-орієнтована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642616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41148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609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Проаналізовано взаємодію Control Plane і Worker Nodes через єдиний API-сервер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392424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1148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4107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Оцінено механізми масштабованості: HPA, Cluster Autoscaler, iptables/IPVS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142232"/>
            <a:ext cx="384048" cy="38404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41148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Розглянуто механізми надійності: etcd Raft, ReplicaSet, health probes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587</Words>
  <Application>Microsoft Office PowerPoint</Application>
  <PresentationFormat>Экран (16:9)</PresentationFormat>
  <Paragraphs>140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Архітектура Kubernetes</dc:title>
  <dc:subject>PptxGenJS Presentation</dc:subject>
  <dc:creator>Цисельський Андрій</dc:creator>
  <cp:lastModifiedBy>Александр Юзков</cp:lastModifiedBy>
  <cp:revision>2</cp:revision>
  <dcterms:created xsi:type="dcterms:W3CDTF">2026-05-26T08:49:07Z</dcterms:created>
  <dcterms:modified xsi:type="dcterms:W3CDTF">2026-05-26T09:12:44Z</dcterms:modified>
</cp:coreProperties>
</file>